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57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6042-1EDF-36CD-95AA-A9B0339F5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D2AF8-6B22-55EA-23F3-719A653A6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38BC5-3410-D49F-9A63-1F15B1FE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B7E9A-AE4C-54FB-7301-ADC80659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06709-4169-CBED-50CB-F2C0C743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7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2E00-5793-6B0D-1D0D-C00984A1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F40B-B654-8EA7-FB7F-BFBD17EEC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994A4-3605-3AFD-674B-404AEF23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CAC53-A054-6EA3-1F02-50B2C65A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51629-A5EB-52D8-5DBE-9A47659F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2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BA9B-3875-44A1-62D6-488A3318A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88859-726E-887E-AB34-489585E25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500E-2C2F-591F-1335-FDDA072E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26609-D71A-98C3-D521-DECADC0E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BAF59-382A-1DEF-64B9-8DC53550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1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8FEB-2CCE-E71D-1CBE-E397CE25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3CD9B-DD61-1503-3571-89E3FB07B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2D35F-EFBA-229C-7EE8-066727A13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72031-5436-53FD-2476-A0C24699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1F92F-67E3-25A3-4B07-749EA595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E0A7F-BF87-FE0F-87E1-95A1D8DE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12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7D72-84F2-94B2-6974-4EB364A3E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CCB10-EF2E-4CB9-3B82-BD4C9A4E6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5715-14FC-91DC-AF49-29089031C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3AD40-EC3C-BAC7-8CA1-1E542531C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EF3B2-77CE-6B6B-614F-F5B3769C0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430FAE-0632-BBC9-62A4-C8943E7E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6472C-19E7-1ADB-253D-6888FD99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ECD03-D0B3-45A3-DC72-B046F496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76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7B65-E99F-5F28-C2CE-A6BD0182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4BF8F-8928-60E0-B788-743D20FD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14332-C2A5-3529-F9DD-0AC6D248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02C7B-6B71-BB36-03B8-E1EAE5BF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8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2E96D-8766-9FDB-9286-6B64127E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96C7C1-339C-6D23-771E-501FB945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C81A3-EE8B-0A48-C3E2-9A350A4B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040B-B944-EB64-6631-C9232884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76632-8277-15A5-F837-5F0EDBA44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1C107-1968-AC0C-BF9E-8992ECC13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84B4F-1E84-B892-3F17-891A786C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6B40C-5950-9C6D-2D03-C0A198D0C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BA970-07B0-EE8A-8BC9-067F1F4C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7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DF22-55B6-EE0E-9CD8-4B677AE4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96364-674D-14CA-5471-1844BF432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97532-94AF-0284-F43A-93642AD7D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B6F1D-C63F-69CB-E073-CBE592AC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E088A-2DA4-2548-AD65-73116848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C0E57-6530-57C8-F4E3-5DE45A6F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77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2339-7BEC-C0AE-D775-C80BDF0A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1C974-DD4A-D27B-6FEB-8038D3DAF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D45AF-F32A-80F6-F08E-974160170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82076-0F11-D09E-141E-01F64F7C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F11A9-C362-B8A1-749B-70C2F47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1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D3AFD-05F4-4BBC-4F74-CBCC2C954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B8ED7-4F2A-5A71-5C64-EDE435CF5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0EFE3-9CF3-1B70-F91A-9B03E54C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F8DA7-F5C7-D227-47AC-7F1AD130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1078F-4D8A-7F11-8DA5-009F7CB6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1BA5A7-6C59-05EC-F3E3-B2ADB49E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49B2A-3F95-14FC-406B-87B315EE6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1C1C1-D1DF-9DF2-27D2-FDD201564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3877F-90E6-4478-9483-F90852529AEE}" type="datetimeFigureOut">
              <a:rPr lang="en-US" smtClean="0"/>
              <a:t>5/26/2024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A3AEA-D0CB-862C-5CCB-033FEE4BF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63C8C-A65A-5055-EF85-BB6D6FD9F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EF6BD-D99E-4C8A-99E6-96B0C99C94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91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D7BC-E7A1-8BBE-0324-28CDCE589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 rental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C35B3-676A-050C-06EF-66240B350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Members :</a:t>
            </a:r>
          </a:p>
          <a:p>
            <a:r>
              <a:rPr lang="en-US" dirty="0"/>
              <a:t>1)</a:t>
            </a:r>
          </a:p>
          <a:p>
            <a:r>
              <a:rPr lang="en-US" dirty="0"/>
              <a:t>2)</a:t>
            </a:r>
          </a:p>
          <a:p>
            <a:r>
              <a:rPr lang="en-US" dirty="0"/>
              <a:t>3)</a:t>
            </a:r>
          </a:p>
        </p:txBody>
      </p:sp>
    </p:spTree>
    <p:extLst>
      <p:ext uri="{BB962C8B-B14F-4D97-AF65-F5344CB8AC3E}">
        <p14:creationId xmlns:p14="http://schemas.microsoft.com/office/powerpoint/2010/main" val="2449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D414-436B-A0AE-FAB6-649ED455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A89DC-87E2-2614-53FC-8FCDABE79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a scenario where you need to model different cars in a car rental system. You have a base class Car with a virtual function </a:t>
            </a:r>
            <a:r>
              <a:rPr lang="en-US" dirty="0" err="1"/>
              <a:t>displaySpecs</a:t>
            </a:r>
            <a:r>
              <a:rPr lang="en-US" dirty="0"/>
              <a:t>(), which displays the car's specifications. Implement two derived classes </a:t>
            </a:r>
            <a:r>
              <a:rPr lang="en-US" dirty="0" err="1"/>
              <a:t>NormalCar</a:t>
            </a:r>
            <a:r>
              <a:rPr lang="en-US" dirty="0"/>
              <a:t> and </a:t>
            </a:r>
            <a:r>
              <a:rPr lang="en-US" dirty="0" err="1"/>
              <a:t>LuxuryCar</a:t>
            </a:r>
            <a:r>
              <a:rPr lang="en-US" dirty="0"/>
              <a:t>, each representing a specific type of car. Override the </a:t>
            </a:r>
            <a:r>
              <a:rPr lang="en-US" dirty="0" err="1"/>
              <a:t>displaySpecs</a:t>
            </a:r>
            <a:r>
              <a:rPr lang="en-US" dirty="0"/>
              <a:t>() function in each derived class to provide the appropriate display behavior for the respective car type. Additionally, implement a Rent class that has a Car object as a member variable and demonstrates the usage of function overriding by calling the </a:t>
            </a:r>
            <a:r>
              <a:rPr lang="en-US" dirty="0" err="1"/>
              <a:t>displaySpecs</a:t>
            </a:r>
            <a:r>
              <a:rPr lang="en-US" dirty="0"/>
              <a:t>() function on the Car object. Finally, create objects of each car type and call the </a:t>
            </a:r>
            <a:r>
              <a:rPr lang="en-US" dirty="0" err="1"/>
              <a:t>displaySpecs</a:t>
            </a:r>
            <a:r>
              <a:rPr lang="en-US" dirty="0"/>
              <a:t>() function to demonstrate the usage of function overriding.</a:t>
            </a:r>
          </a:p>
        </p:txBody>
      </p:sp>
    </p:spTree>
    <p:extLst>
      <p:ext uri="{BB962C8B-B14F-4D97-AF65-F5344CB8AC3E}">
        <p14:creationId xmlns:p14="http://schemas.microsoft.com/office/powerpoint/2010/main" val="105459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13BD-12EE-165A-1E98-71945F83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Car.cpp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F8A4A4-B028-8282-0F38-3B4F57C52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3" t="16884" r="21342" b="15547"/>
          <a:stretch/>
        </p:blipFill>
        <p:spPr>
          <a:xfrm>
            <a:off x="968327" y="1690688"/>
            <a:ext cx="9973993" cy="4639774"/>
          </a:xfrm>
        </p:spPr>
      </p:pic>
    </p:spTree>
    <p:extLst>
      <p:ext uri="{BB962C8B-B14F-4D97-AF65-F5344CB8AC3E}">
        <p14:creationId xmlns:p14="http://schemas.microsoft.com/office/powerpoint/2010/main" val="150079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7724-8E9E-446B-6DD0-A84E0A14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NormalCar.cpp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C9A44B-19EF-4F72-F3DD-52CF8A4B2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8" t="21087" r="20978" b="28802"/>
          <a:stretch/>
        </p:blipFill>
        <p:spPr>
          <a:xfrm>
            <a:off x="1280160" y="1800665"/>
            <a:ext cx="9397218" cy="4375052"/>
          </a:xfrm>
        </p:spPr>
      </p:pic>
    </p:spTree>
    <p:extLst>
      <p:ext uri="{BB962C8B-B14F-4D97-AF65-F5344CB8AC3E}">
        <p14:creationId xmlns:p14="http://schemas.microsoft.com/office/powerpoint/2010/main" val="360254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ABF0-AB56-BB49-734C-965198D3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LuxuryCar.cpp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CDC201-2A9C-1725-414D-1CA887990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" t="29169" r="20797" b="20720"/>
          <a:stretch/>
        </p:blipFill>
        <p:spPr>
          <a:xfrm>
            <a:off x="838200" y="1690687"/>
            <a:ext cx="10005302" cy="4400623"/>
          </a:xfrm>
        </p:spPr>
      </p:pic>
    </p:spTree>
    <p:extLst>
      <p:ext uri="{BB962C8B-B14F-4D97-AF65-F5344CB8AC3E}">
        <p14:creationId xmlns:p14="http://schemas.microsoft.com/office/powerpoint/2010/main" val="390104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1C15-CC9C-8601-3E2B-FABBF11FD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Rent.cpp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2A94929-7CE6-C1E2-70F5-C32C9C233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7" t="21411" r="22796" b="16517"/>
          <a:stretch/>
        </p:blipFill>
        <p:spPr>
          <a:xfrm>
            <a:off x="838200" y="1630900"/>
            <a:ext cx="9650437" cy="502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5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2E95-8CFD-A5FC-CF6E-AB30E8F2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Account.cpp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FF332BE-BABF-8A15-B0E0-65A7B2CAF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4" t="21734" r="21523" b="34298"/>
          <a:stretch/>
        </p:blipFill>
        <p:spPr>
          <a:xfrm>
            <a:off x="838200" y="1575581"/>
            <a:ext cx="9636369" cy="506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3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7D14-A4AE-6850-8FA5-E26AE516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Main.cpp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0695FC-A144-7AEF-01FA-71FBE39AC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5" t="15818" r="22207" b="25521"/>
          <a:stretch/>
        </p:blipFill>
        <p:spPr>
          <a:xfrm>
            <a:off x="1035148" y="1690688"/>
            <a:ext cx="8854440" cy="467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2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72C8-5509-0FC1-FC1B-2FEAFB89F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Main.cpp(continue)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3626A6-7D18-548B-E79A-B3908517F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8" t="14622" r="21341" b="16517"/>
          <a:stretch/>
        </p:blipFill>
        <p:spPr>
          <a:xfrm>
            <a:off x="838199" y="1690687"/>
            <a:ext cx="9628163" cy="461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96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8B28-BD01-7D18-E1BA-E4DCD5BA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Main.cpp(continue)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A16BA5-2329-05AD-B710-C2BA07363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" t="19602" r="21705" b="18879"/>
          <a:stretch/>
        </p:blipFill>
        <p:spPr>
          <a:xfrm>
            <a:off x="415777" y="1690688"/>
            <a:ext cx="11133797" cy="46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0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4BF0-AE58-0635-38A7-D76A25CC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92607B-6A73-66D2-52B3-9D9776751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" t="4276" r="26976" b="16193"/>
          <a:stretch/>
        </p:blipFill>
        <p:spPr>
          <a:xfrm>
            <a:off x="736550" y="1583250"/>
            <a:ext cx="10151843" cy="49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32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D522-F124-9E52-59F1-4904BFB9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C8228-1F26-7B50-FB49-B1C2F1B5F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702"/>
            <a:ext cx="10515600" cy="53316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base class Car with attributes like name, color, mileage, fuel average, transmission, rate per hour, speed per kilometer, and a </a:t>
            </a:r>
            <a:r>
              <a:rPr lang="en-US" dirty="0" err="1"/>
              <a:t>boolean</a:t>
            </a:r>
            <a:r>
              <a:rPr lang="en-US" dirty="0"/>
              <a:t> flag for rental status.</a:t>
            </a:r>
          </a:p>
          <a:p>
            <a:r>
              <a:rPr lang="en-US" dirty="0"/>
              <a:t>Two derived classes, </a:t>
            </a:r>
            <a:r>
              <a:rPr lang="en-US" dirty="0" err="1"/>
              <a:t>NormalCar</a:t>
            </a:r>
            <a:r>
              <a:rPr lang="en-US" dirty="0"/>
              <a:t> and </a:t>
            </a:r>
            <a:r>
              <a:rPr lang="en-US" dirty="0" err="1"/>
              <a:t>LuxuryCar</a:t>
            </a:r>
            <a:r>
              <a:rPr lang="en-US" dirty="0"/>
              <a:t>, which inherit from the Car class.</a:t>
            </a:r>
          </a:p>
          <a:p>
            <a:r>
              <a:rPr lang="en-US" dirty="0"/>
              <a:t>A Rent class that represents a car rental, including methods to display car specifications, calculate the total cost of rental, check availability, and rent a car.</a:t>
            </a:r>
          </a:p>
          <a:p>
            <a:r>
              <a:rPr lang="en-US" dirty="0"/>
              <a:t>An Account class to store and display account details.</a:t>
            </a:r>
          </a:p>
          <a:p>
            <a:r>
              <a:rPr lang="en-US" dirty="0"/>
              <a:t>In the main() function, an array of 8 cars (4 normal and 4 luxury) is created, and the user is prompted to choose a car type, select a car, rent it, and optionally provide account details.</a:t>
            </a:r>
          </a:p>
          <a:p>
            <a:r>
              <a:rPr lang="en-US" dirty="0"/>
              <a:t>Error handling is implemented using a try-catch block to handle runtime errors.</a:t>
            </a:r>
          </a:p>
          <a:p>
            <a:r>
              <a:rPr lang="en-US" dirty="0"/>
              <a:t>Finally, the program deletes the car objects and terminates.</a:t>
            </a:r>
          </a:p>
        </p:txBody>
      </p:sp>
    </p:spTree>
    <p:extLst>
      <p:ext uri="{BB962C8B-B14F-4D97-AF65-F5344CB8AC3E}">
        <p14:creationId xmlns:p14="http://schemas.microsoft.com/office/powerpoint/2010/main" val="376110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367A-F43E-0409-0A19-21706889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</a:t>
            </a:r>
            <a:r>
              <a:rPr lang="en-US" dirty="0" err="1"/>
              <a:t>cencepts</a:t>
            </a:r>
            <a:r>
              <a:rPr lang="en-US" dirty="0"/>
              <a:t>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971EA-1860-E907-2D4E-E68C04A13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Inheritence</a:t>
            </a:r>
            <a:r>
              <a:rPr lang="en-US" dirty="0"/>
              <a:t>  </a:t>
            </a:r>
          </a:p>
          <a:p>
            <a:r>
              <a:rPr lang="en-US" dirty="0"/>
              <a:t>Abstraction </a:t>
            </a:r>
          </a:p>
          <a:p>
            <a:r>
              <a:rPr lang="en-US" dirty="0"/>
              <a:t>Encapsulation </a:t>
            </a:r>
          </a:p>
          <a:p>
            <a:r>
              <a:rPr lang="en-US" dirty="0"/>
              <a:t>Constructor </a:t>
            </a:r>
          </a:p>
          <a:p>
            <a:r>
              <a:rPr lang="en-US" dirty="0"/>
              <a:t>Destructor </a:t>
            </a:r>
          </a:p>
          <a:p>
            <a:r>
              <a:rPr lang="en-US" dirty="0"/>
              <a:t>Virtual function (polymorphism)</a:t>
            </a:r>
          </a:p>
          <a:p>
            <a:r>
              <a:rPr lang="en-US" dirty="0"/>
              <a:t>Polymorphism (override)</a:t>
            </a:r>
          </a:p>
          <a:p>
            <a:r>
              <a:rPr lang="en-US" dirty="0"/>
              <a:t>Dynamic memory allocation/deallocation </a:t>
            </a:r>
          </a:p>
          <a:p>
            <a:r>
              <a:rPr lang="en-US" dirty="0"/>
              <a:t>Exception handling </a:t>
            </a:r>
          </a:p>
        </p:txBody>
      </p:sp>
    </p:spTree>
    <p:extLst>
      <p:ext uri="{BB962C8B-B14F-4D97-AF65-F5344CB8AC3E}">
        <p14:creationId xmlns:p14="http://schemas.microsoft.com/office/powerpoint/2010/main" val="1783329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356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Car rental system</vt:lpstr>
      <vt:lpstr>Case study</vt:lpstr>
      <vt:lpstr>Car.cpp </vt:lpstr>
      <vt:lpstr>NormalCar.cpp</vt:lpstr>
      <vt:lpstr>LuxuryCar.cpp</vt:lpstr>
      <vt:lpstr>Rent.cpp</vt:lpstr>
      <vt:lpstr>Account.cpp</vt:lpstr>
      <vt:lpstr>Main.cpp</vt:lpstr>
      <vt:lpstr>Main.cpp(continue)</vt:lpstr>
      <vt:lpstr>Main.cpp(continue)</vt:lpstr>
      <vt:lpstr>output</vt:lpstr>
      <vt:lpstr>Main features</vt:lpstr>
      <vt:lpstr>Main cencepts used: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rental system</dc:title>
  <dc:creator>syeda isma nazir</dc:creator>
  <cp:lastModifiedBy>syeda isma nazir</cp:lastModifiedBy>
  <cp:revision>2</cp:revision>
  <dcterms:created xsi:type="dcterms:W3CDTF">2024-05-25T17:44:28Z</dcterms:created>
  <dcterms:modified xsi:type="dcterms:W3CDTF">2024-05-26T08:35:48Z</dcterms:modified>
</cp:coreProperties>
</file>